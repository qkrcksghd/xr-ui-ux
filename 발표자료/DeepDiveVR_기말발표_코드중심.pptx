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 DEEP SEA EXPLORATION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8096" y="182880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F7F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DIVE VR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 심해 탐사 시뮬레이션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41248" y="4023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소개 · 게임 흐름 · 주요 기능과 코드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92040"/>
            <a:ext cx="3200400" cy="530352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92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XR UI/UX 프로그래밍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06240" y="4892040"/>
            <a:ext cx="3200400" cy="530352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4892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기말 발표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89520" y="4892040"/>
            <a:ext cx="3200400" cy="530352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0" y="489204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박찬홍 (팀장·기획·프로그래밍)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5897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8분  +  시연 영상 2분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설명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WHAT IS DEEP DIVE VR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691640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082039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1691640"/>
            <a:ext cx="10149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는 플레이어가 VR로 심해를 탐사하며,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소나로 생물을 발견하고 손전등으로 스캔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 </a:t>
            </a:r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홀로그램 도감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채워가는 1인칭 심해 탐사 시뮬레이션입니다.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8368" y="3291840"/>
            <a:ext cx="3493008" cy="2926080"/>
          </a:xfrm>
          <a:prstGeom prst="roundRect">
            <a:avLst>
              <a:gd name="adj" fmla="val 281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8368" y="3291840"/>
            <a:ext cx="91440" cy="2926080"/>
          </a:xfrm>
          <a:prstGeom prst="rect">
            <a:avLst/>
          </a:prstGeom>
          <a:solidFill>
            <a:srgbClr val="00D3FF"/>
          </a:solidFill>
          <a:ln/>
        </p:spPr>
      </p:sp>
      <p:sp>
        <p:nvSpPr>
          <p:cNvPr id="13" name="Text 11"/>
          <p:cNvSpPr/>
          <p:nvPr/>
        </p:nvSpPr>
        <p:spPr>
          <a:xfrm>
            <a:off x="932688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장르 · 플랫폼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2688" y="4069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 탐험 / 수집 시뮬레이션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OpenXR 기반 (HMD + 모션컨트롤러)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370832" y="3291840"/>
            <a:ext cx="3493008" cy="2926080"/>
          </a:xfrm>
          <a:prstGeom prst="roundRect">
            <a:avLst>
              <a:gd name="adj" fmla="val 281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70832" y="3291840"/>
            <a:ext cx="91440" cy="2926080"/>
          </a:xfrm>
          <a:prstGeom prst="rect">
            <a:avLst/>
          </a:prstGeom>
          <a:solidFill>
            <a:srgbClr val="00E2BE"/>
          </a:solidFill>
          <a:ln/>
        </p:spPr>
      </p:sp>
      <p:sp>
        <p:nvSpPr>
          <p:cNvPr id="17" name="Text 15"/>
          <p:cNvSpPr/>
          <p:nvPr/>
        </p:nvSpPr>
        <p:spPr>
          <a:xfrm>
            <a:off x="4645152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경험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45152" y="4069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전투가 아닌 '관찰과 수집'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빛이 닿지 않는 심해의 공포와 경이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83296" y="3291840"/>
            <a:ext cx="3493008" cy="2926080"/>
          </a:xfrm>
          <a:prstGeom prst="roundRect">
            <a:avLst>
              <a:gd name="adj" fmla="val 2813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3291840"/>
            <a:ext cx="91440" cy="2926080"/>
          </a:xfrm>
          <a:prstGeom prst="rect">
            <a:avLst/>
          </a:prstGeom>
          <a:solidFill>
            <a:srgbClr val="FFCC4D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35204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7616" y="406908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능동적 손전등 스캔 + 반응형 생물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다이제틱 UI로 깊은 몰입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게임 흐름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GAMEPLAY FLOW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4813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번의 플레이는 이 4단계를 돌며 진행됩니다. 도감을 채우려 더 깊이, 더 많이 탐사하게 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84048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161288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00D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🌊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84048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탐사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66928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수중 추진기로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심해를 유영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07792" y="2971800"/>
            <a:ext cx="466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337560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00E2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📡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337560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E2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37560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20440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소나로 주변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 위치 포착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61304" y="2971800"/>
            <a:ext cx="466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6291072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68312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FFCC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68312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🔦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291072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C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91072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473952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손전등을 겨눠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진행도를 채움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814816" y="2971800"/>
            <a:ext cx="466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›</a:t>
            </a:r>
            <a:endParaRPr lang="en-US" sz="2800" dirty="0"/>
          </a:p>
        </p:txBody>
      </p:sp>
      <p:sp>
        <p:nvSpPr>
          <p:cNvPr id="31" name="Shape 29"/>
          <p:cNvSpPr/>
          <p:nvPr/>
        </p:nvSpPr>
        <p:spPr>
          <a:xfrm>
            <a:off x="9244584" y="2331720"/>
            <a:ext cx="2560320" cy="2834640"/>
          </a:xfrm>
          <a:prstGeom prst="roundRect">
            <a:avLst>
              <a:gd name="adj" fmla="val 3214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21824" y="2651760"/>
            <a:ext cx="1005840" cy="1005840"/>
          </a:xfrm>
          <a:prstGeom prst="ellipse">
            <a:avLst/>
          </a:prstGeom>
          <a:solidFill>
            <a:srgbClr val="0B2A47"/>
          </a:solidFill>
          <a:ln w="19050">
            <a:solidFill>
              <a:srgbClr val="53DC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21824" y="26517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📖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9244584" y="3749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3D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244584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도감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427464" y="454456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영구 등록</a:t>
            </a:r>
            <a:endParaRPr lang="en-US" sz="12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다시 와도 유지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224528" y="553212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0B2A47"/>
          </a:solidFill>
          <a:ln w="12700">
            <a:solidFill>
              <a:srgbClr val="1E5C8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24528" y="5532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3D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↻  반복하며 도감 완성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① 손전등 스캔 (락온)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LOCK-ON SCAN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29184" cy="32918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락온 방식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포착하면 도망쳐 시야를 벗어나도 스캔 유지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진행도 누적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 틱 시간을 더해 100%에서 완료 판정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329184" cy="329184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생물별 시간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01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데이터값으로 종마다 스캔 난이도가 다름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6446520" cy="4434840"/>
          </a:xfrm>
          <a:prstGeom prst="roundRect">
            <a:avLst>
              <a:gd name="adj" fmla="val 1443"/>
            </a:avLst>
          </a:prstGeom>
          <a:solidFill>
            <a:srgbClr val="05101C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7608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9554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2240280"/>
            <a:ext cx="5943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UpdateFlashlightScan(float Dt){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if(!bScanActive){ Reset(); return; 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락온: 콘 안의 물고기를 한 번만 포착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if(!CurrentScanTarget){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AActor* F = GetFlashlightScanTarget();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if(!F) return;            // 아직 못 비춤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CurrentScanTarget   = F;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CurrentScanDuration = ReadScanTime(F);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SetFishFleeing(CurrentScanTarget, true);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ScanProgress += Dt;         // 진행도 누적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if(ScanProgress &gt;= CurrentScanDuration)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OnFishScanned(CurrentScanTarget); // 도감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② 스캔 타겟 판정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ANGULAR-RADIUS CONE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29184" cy="32918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콜리전 비의존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Fish 태그 + 각도·거리로 안정적 판정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벡터 기하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내적과 acos 로 손전등과의 사잇각 계산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329184" cy="329184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각반경 보정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01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물고기 크기·거리로 허용각을 자동 조절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6446520" cy="4434840"/>
          </a:xfrm>
          <a:prstGeom prst="roundRect">
            <a:avLst>
              <a:gd name="adj" fmla="val 1443"/>
            </a:avLst>
          </a:prstGeom>
          <a:solidFill>
            <a:srgbClr val="05101C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7608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9554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2240280"/>
            <a:ext cx="5943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AActor* GetFlashlightScanTarget(){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for(AActor* F : FishActors){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FVector to = F-&gt;Center - Start;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dist = to.Size();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if(dist &gt; ScanRange) continue; // 사거리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손전등 정면과의 사잇각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ang = acos(Forward | to.Normal());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물고기 크기만큼 허용각 보정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 r = asin(Radius / dist);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00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if(ang &gt; ConeHalfAngle + r) continue;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-&gt; 콘 안. 가장 가까운 것 선택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③ 데이터 기반 도감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DATA-DRIVEN CODEX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29184" cy="32918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 한 줄 = 새 생물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DataTable에 행만 추가하면 즉시 등장·등록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영구 저장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Subsystem에 수집 기록 → 닫아도 유지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329184" cy="329184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리플렉션 읽기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01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 이름으로 표 값을 유연하게 조회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6446520" cy="4434840"/>
          </a:xfrm>
          <a:prstGeom prst="roundRect">
            <a:avLst>
              <a:gd name="adj" fmla="val 1443"/>
            </a:avLst>
          </a:prstGeom>
          <a:solidFill>
            <a:srgbClr val="05101C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7608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9554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2240280"/>
            <a:ext cx="5943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표에서 생물별 ScanTime 읽기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GetRowScanTime(Table,Row,float&amp; Out){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auto* Data = FindResolvedRow(Table,Row);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FString s = ReadField(Data, "ScanTime");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v = FCString::Atof(*s);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if(v &lt;= 0) return false;  // 없으면 기본값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 = v; return true;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수집은 영구 저장 (도감 한 바퀴 돌아도 유지)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Subsystem-&gt;MarkCollected(Row);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④ 퍼지 이름 매칭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FUZZY MATCHING · EDIT DISTANCE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29184" cy="32918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오타 보정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대소문자·접두어·1글자 오타까지 매칭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폴백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완전 -&gt; 정규화 -&gt; 부분 -&gt; 편집거리 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329184" cy="329184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2행 롤링 DP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01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레벤슈타인 거리, 메모리 O(n)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6446520" cy="4434840"/>
          </a:xfrm>
          <a:prstGeom prst="roundRect">
            <a:avLst>
              <a:gd name="adj" fmla="val 1443"/>
            </a:avLst>
          </a:prstGeom>
          <a:solidFill>
            <a:srgbClr val="05101C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7608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9554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2240280"/>
            <a:ext cx="5943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4단계: 완전-&gt;정규화-&gt;부분-&gt;편집거리&lt;=1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EditDistance(A, B){   // 레벤슈타인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for(int i=1;i&lt;=lenA;i++)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for(int j=1;j&lt;=lenB;j++)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Cur[j] = Min3(Prev[j]+1, Cur[j-1]+1,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Prev[j-1] + (A[i]==B[j]?0:1));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Prev[lenB];     // 2행 롤링 DP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"madarine" &lt;-&gt; "mandarine" =&gt; 1 =&gt; 매칭 OK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⑤ 물고기 AI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FISH AI · STEERING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29184" cy="32918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도망 스티어링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스캔당하면 위협 반대 벡터로 방향 전환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예측형 회피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앞을 미리 스윕해 충돌 전에 틀기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329184" cy="329184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부드러운 회전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01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등속 보간으로 자연스러운 움직임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6446520" cy="4434840"/>
          </a:xfrm>
          <a:prstGeom prst="roundRect">
            <a:avLst>
              <a:gd name="adj" fmla="val 1443"/>
            </a:avLst>
          </a:prstGeom>
          <a:solidFill>
            <a:srgbClr val="05101C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7608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9554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2240280"/>
            <a:ext cx="5943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TickComponent(float Dt){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if(bFleeing){            // 위협 반대로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FVector away = Loc - ThreatLoc;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away.Z = 0;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TargetRot.Yaw = away.Rotation().Yaw;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 Wander(); }     // 평소 배회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앞을 미리 스윕 -&gt; 충돌 전 회피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if(SweepAhead(Hit))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TargetRot.Yaw = Hit.Normal.Rotation().Yaw;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Rot = RInterpConstantTo(Rot,TargetRot,Dt,Turn);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Move(Fwd*(bFleeing?FleeSpeed:SwimSpeed)*Dt);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 ⑥ 다이제틱 UI &amp; 사운드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DIEGETIC UI · AUDIO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874520"/>
            <a:ext cx="329184" cy="329184"/>
          </a:xfrm>
          <a:prstGeom prst="ellipse">
            <a:avLst/>
          </a:prstGeom>
          <a:solidFill>
            <a:srgbClr val="00D3FF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18288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손목 수심계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224942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UI를 화면이 아닌 손목(월드)에 — 다이제틱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329184" cy="329184"/>
          </a:xfrm>
          <a:prstGeom prst="ellipse">
            <a:avLst/>
          </a:prstGeom>
          <a:solidFill>
            <a:srgbClr val="00E2BE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3154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BGM 덕킹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57530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스캔·소나 중 음악 정지 -&gt; 끝나면 이어 재생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329184" cy="329184"/>
          </a:xfrm>
          <a:prstGeom prst="ellipse">
            <a:avLst/>
          </a:prstGeom>
          <a:solidFill>
            <a:srgbClr val="FFCC4D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44805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효과음 분리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4901184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FC4D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스캔/완료/소나 가동·감지음 구분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74920" y="1737360"/>
            <a:ext cx="6446520" cy="4434840"/>
          </a:xfrm>
          <a:prstGeom prst="roundRect">
            <a:avLst>
              <a:gd name="adj" fmla="val 1443"/>
            </a:avLst>
          </a:prstGeom>
          <a:solidFill>
            <a:srgbClr val="05101C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76088" y="1920240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8"/>
          <p:cNvSpPr/>
          <p:nvPr/>
        </p:nvSpPr>
        <p:spPr>
          <a:xfrm>
            <a:off x="5495544" y="1920240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9"/>
          <p:cNvSpPr/>
          <p:nvPr/>
        </p:nvSpPr>
        <p:spPr>
          <a:xfrm>
            <a:off x="5715000" y="1920240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0" y="18470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7528" y="2240280"/>
            <a:ext cx="59436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손목 수심계 (유닛 -&gt; 미터 환산)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GetPlayerDepthMeters(){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d = WaterSurfaceZ - GetLocation().Z;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FFCC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d&gt;0 ? d / DepthUnitsPerMeter : 0;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D6EA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FB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스캔·소나 중 배경음 자동 정지/재개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SetBackgroundMusicPaused(bool b){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00D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if(CachedBGM) CachedBGM-&gt;SetPaused(b);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53D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420624"/>
            <a:ext cx="1051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D3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737360" y="42062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 &amp; 구조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764792" y="102412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93A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783080"/>
            <a:ext cx="91440" cy="4160520"/>
          </a:xfrm>
          <a:prstGeom prst="rect">
            <a:avLst/>
          </a:prstGeom>
          <a:solidFill>
            <a:srgbClr val="00D3FF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ENGINE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Unreal Engine 5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069848" y="306324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Lumen 실시간 GI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Nanite 메시 최적화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Water 수중 환경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370832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70832" y="1783080"/>
            <a:ext cx="91440" cy="4160520"/>
          </a:xfrm>
          <a:prstGeom prst="rect">
            <a:avLst/>
          </a:prstGeom>
          <a:solidFill>
            <a:srgbClr val="00E2BE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CODE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C++ / Blueprint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782312" y="306324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로직 C++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연출·이벤트 BP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모듈형 설계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083296" y="1783080"/>
            <a:ext cx="3493008" cy="4160520"/>
          </a:xfrm>
          <a:prstGeom prst="roundRect">
            <a:avLst>
              <a:gd name="adj" fmla="val 2356"/>
            </a:avLst>
          </a:prstGeom>
          <a:solidFill>
            <a:srgbClr val="0E3356"/>
          </a:solidFill>
          <a:ln w="12700">
            <a:solidFill>
              <a:srgbClr val="1E5C86"/>
            </a:solidFill>
            <a:prstDash val="solid"/>
          </a:ln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83296" y="1783080"/>
            <a:ext cx="91440" cy="4160520"/>
          </a:xfrm>
          <a:prstGeom prst="rect">
            <a:avLst/>
          </a:prstGeom>
          <a:solidFill>
            <a:srgbClr val="FFCC4D"/>
          </a:solidFill>
          <a:ln/>
        </p:spPr>
      </p:sp>
      <p:sp>
        <p:nvSpPr>
          <p:cNvPr id="21" name="Text 19"/>
          <p:cNvSpPr/>
          <p:nvPr/>
        </p:nvSpPr>
        <p:spPr>
          <a:xfrm>
            <a:off x="8375904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/ XR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75904" y="235915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7F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DataTable · OpenXR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494776" y="3063240"/>
            <a:ext cx="2880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도감 데이터 구동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Subsystem 영구저장</a:t>
            </a:r>
            <a:endParaRPr lang="en-US" sz="135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5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OpenXR VR 입력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71516" y="1828800"/>
            <a:ext cx="1645920" cy="1645920"/>
          </a:xfrm>
          <a:prstGeom prst="ellipse">
            <a:avLst/>
          </a:prstGeom>
          <a:solidFill>
            <a:srgbClr val="00D3FF"/>
          </a:solidFill>
          <a:ln/>
          <a:effectLst>
            <a:outerShdw sx="100000" sy="100000" kx="0" ky="0" algn="bl" rotWithShape="0" blurRad="127000" dist="38100" dir="5400000">
              <a:srgbClr val="00081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36108" y="18288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110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▶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00E2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3977640"/>
            <a:ext cx="12188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7F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시연 영상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0" y="484632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2분  ·  탐사 → 소나 발견 → 스캔 → 도감 등록의 실제 플레이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10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4114800"/>
            <a:ext cx="10972800" cy="8229600"/>
          </a:xfrm>
          <a:prstGeom prst="ellipse">
            <a:avLst/>
          </a:prstGeom>
          <a:solidFill>
            <a:srgbClr val="08365C">
              <a:alpha val="3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657600"/>
            <a:ext cx="8686800" cy="7772400"/>
          </a:xfrm>
          <a:prstGeom prst="ellipse">
            <a:avLst/>
          </a:prstGeom>
          <a:solidFill>
            <a:srgbClr val="0A3A5E">
              <a:alpha val="2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00D3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8096" y="1810512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F7F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심해의 발견을 도감에 담다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5204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VR 심해 탐사 + 소나·스캔으로 도감 수집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락온 스캔 · 데이터 기반 도감 · 영구 저장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퍼지 매칭·콘 판정·생물 AI 등 핵심 코드 구현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C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계획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5204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해양 생물 종 추가 및 희귀종 도입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미션/퀘스트 · 사진 모드 등 콘텐츠 확장</a:t>
            </a:r>
            <a:endParaRPr lang="en-US" sz="14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400" dirty="0">
                <a:solidFill>
                  <a:srgbClr val="C2EC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사운드·비주얼 폴리싱으로 몰입 강화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93A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DIVE VR  ·  Unreal Engine 5  ·  OpenXR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VR 기말 발표</dc:title>
  <dc:subject>PptxGenJS Presentation</dc:subject>
  <dc:creator>DEEP DIVE VR Team</dc:creator>
  <cp:lastModifiedBy>DEEP DIVE VR Team</cp:lastModifiedBy>
  <cp:revision>1</cp:revision>
  <dcterms:created xsi:type="dcterms:W3CDTF">2026-06-09T15:22:47Z</dcterms:created>
  <dcterms:modified xsi:type="dcterms:W3CDTF">2026-06-09T15:22:47Z</dcterms:modified>
</cp:coreProperties>
</file>